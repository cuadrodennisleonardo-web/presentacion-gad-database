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463040"/>
            <a:ext cx="73152" cy="4023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55448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REPUBLIC OF THE PHILIPPINES • PROVINCE OF CAMARINES SUR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20116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Municipal Database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GAD Information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digital governance platform for evidence-based planning, policy formulation, resource allocation, and gender-responsive municipal development.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48463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Introduction &amp; Live Demonstration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to LGU Department Heads &amp; Leadership • Municipality of Presentacion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Municipality of Presentacion, Camarines Sur — Centralized Municipal Database &amp; GAD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OBJECTIVES &amp; VALUE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Municipal Data Management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Bottlenecks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Fragmented paper forms and individual spreadsheet files across offices.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Inconsistent sex-disaggregated data required for GAD compliance.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Time-consuming consolidation during AIP and annual budget planning.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Risk of lost baseline data during personnel transitions.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Platform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237744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municipal repository accessible 24/7 with cloud backup.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Standardized Male and Female disaggregation across all indicators.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1-click PDF and CSV reports for Sangguniang Bayan sessions.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Structured submission and verification flow before data commits.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Impact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21040" y="2377440"/>
            <a:ext cx="2743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Evidence-based policy formulation and targeted resource allocation.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compliance with DILG, DSWD, DepEd, and GAD mandates.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visibility into sector performance and community needs.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Standardized records for audits and annual accomplishment reports.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Municipality of Presentacion, Camarines Sur — Centralized Municipal Database &amp; GAD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ROLE-BASED ACCESS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Access &amp; Permission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Administrators / MPDO / 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administrative access across all sectors
• Manage user accounts, roles, and department permissions
• Create and edit custom tables via Dynamic Tables Manager
• Review, approve, or reject department data submissions
• Inspect complete municipal audit logs and history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Encoders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148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Heads &amp; Data Officers (MSWDO, MAO, MHO, etc.)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Sector-specific data entry (Demographics, Health, Agriculture, etc.)
• Batch data importing via CSV spreadsheets
• Automatic calculation of gender subtotals and ratios
• Submit updated data for administrative review and verification
• Export department data to PDF and CSV tables
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Viewers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2148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Leadership (Mayor, SB Members, Observers)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0" y="265176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Read-only access to all municipal dashboards and indicators
• Real-time visualization of statistical charts and gender splits
• Interactive GIS map navigation and localized profile viewing
• One-click PDF and CSV export for sessions and committee hearings
• Secure viewing without risk of accidental data modification
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Municipality of Presentacion, Camarines Sur — Centralized Municipal Database &amp; GAD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 CAPABILITIES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of the Municipal Portal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Dashboards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103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dashboards for Demographics, Social Development, Economic Development, Infrastructure, Local Governance, and Justice &amp; Peace.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GIS Map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560320"/>
            <a:ext cx="2103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boundary map of Presentacion. Click any barangay to inspect localized population counts, registered farmers, and sector metrics.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Table Maker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103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Allows creation of custom tables anytime (Gender Splits, Subtables, Ratios, Budgets) without programming or external software costs.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0" y="2560320"/>
            <a:ext cx="2103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generation of formatted PDF tables and CSV exports for Sangguniang Bayan council sessions, hearings, and national audits.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Municipality of Presentacion, Camarines Sur — Centralized Municipal Database &amp; GAD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System Demonstration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Transitioning to the live web portal. Here is what we will explore: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502920" cy="502920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514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 Dashboard: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municipal KPIs, gender breakdown graphs, and sector summary.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502920" cy="502920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Presentacion Map: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territorial boundaries and localized barangay profiles.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502920" cy="502920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Departmental Data Entry: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Demonstrating structured entry grids, auto-calculating totals, and batch CSV imports.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663440"/>
            <a:ext cx="502920" cy="502920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47091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Table Maker &amp; 1-Click Reports: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Demonstrating how new tables are created and exported to formatted PDFs.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394960"/>
            <a:ext cx="502920" cy="502920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394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5440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&amp; Audit Trail: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Demonstrating how encoder submissions are verified before updating permanent records.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Portal: https://presentacion-gad.vercel.app/ • Ready for Demonstration &amp; Discussion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2026-08-18T00:32:09Z</dcterms:created>
  <dcterms:modified xsi:type="dcterms:W3CDTF">2026-08-18T00:32:09Z</dcterms:modified>
</cp:coreProperties>
</file>